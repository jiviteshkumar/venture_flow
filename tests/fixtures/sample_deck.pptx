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/>
              <a:t>Thornbury Freight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Predictive load matching for regional trucking fleets.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Empty miles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Regional carriers run 28% of their miles empty because loads are matched by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Slow quoting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Brokers take four hours on average to return a rate, so shippers post to three brokers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Driver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Unpredictable routes drive 91% annual driver turnover at carriers under 100 trucks.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Thornbury Freight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Owner-Operator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$49/truck/mo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Up to 5 trucks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$39/truck/mo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Up to 80 trucks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Custom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Unlimited trucks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Thornbury Freight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Traction &amp;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We booked $1.4M in gross merchandise value across 62 carriers in our first eight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The US regional freight brokerage market is $88B, and we address the $4.2B spent on load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Priya Raghunathan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Co-founder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Ran regional operations for a 400-truck carrier; built its first load-matching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Marcus Oyelaran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Co-founder &amp;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Optimisation engineer; previously shipped routing infrastructure at a freight marketplace.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Helena Vasquez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Head of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834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Sold TMS software to mid-market carriers for six years before joining.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/>
              <a:t>Thornbury Freight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